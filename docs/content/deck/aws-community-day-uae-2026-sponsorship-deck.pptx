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9144000"/>
  <p:notesSz cx="9144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47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7455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A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oster/hex_topright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981" y="20864"/>
            <a:ext cx="3845020" cy="3179536"/>
          </a:xfrm>
          <a:prstGeom prst="rect">
            <a:avLst/>
          </a:prstGeom>
        </p:spPr>
      </p:pic>
      <p:pic>
        <p:nvPicPr>
          <p:cNvPr id="3" name="Image 1" descr="/home/claude/poster/hex_bottomleft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89320"/>
            <a:ext cx="3814961" cy="315468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38862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DAY</a:t>
            </a:r>
            <a:endParaRPr lang="en-US" sz="4400" dirty="0"/>
          </a:p>
        </p:txBody>
      </p:sp>
      <p:sp>
        <p:nvSpPr>
          <p:cNvPr id="6" name="Text 1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200" dirty="0">
                <a:solidFill>
                  <a:srgbClr val="EC72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 UAE   —</a:t>
            </a:r>
            <a:endParaRPr lang="en-US" sz="2200" dirty="0"/>
          </a:p>
        </p:txBody>
      </p:sp>
      <p:sp>
        <p:nvSpPr>
          <p:cNvPr id="7" name="Text 2"/>
          <p:cNvSpPr/>
          <p:nvPr/>
        </p:nvSpPr>
        <p:spPr>
          <a:xfrm>
            <a:off x="0" y="5303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3</a:t>
            </a:r>
            <a:r>
              <a:rPr lang="en-US" sz="15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</a:t>
            </a: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2026</a:t>
            </a:r>
            <a:endParaRPr lang="en-US" sz="2600" dirty="0"/>
          </a:p>
        </p:txBody>
      </p:sp>
      <p:sp>
        <p:nvSpPr>
          <p:cNvPr id="8" name="Text 3"/>
          <p:cNvSpPr/>
          <p:nvPr/>
        </p:nvSpPr>
        <p:spPr>
          <a:xfrm>
            <a:off x="914400" y="6035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Bringing the AWS community together for a day of</a:t>
            </a:r>
            <a:endParaRPr lang="en-US" b="1" dirty="0">
              <a:solidFill>
                <a:srgbClr val="FFC000"/>
              </a:solidFill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learning, sharing and connection.</a:t>
            </a:r>
            <a:endParaRPr lang="en-US" b="1" dirty="0">
              <a:solidFill>
                <a:srgbClr val="FFC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0D82D9E-CA79-8FB7-1754-1CF4A67C39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506" y="2547620"/>
            <a:ext cx="1270000" cy="1270000"/>
          </a:xfrm>
          <a:prstGeom prst="rect">
            <a:avLst/>
          </a:prstGeom>
        </p:spPr>
      </p:pic>
      <p:pic>
        <p:nvPicPr>
          <p:cNvPr id="17" name="Picture 16" descr="Aws Icon &amp; Logo | Dashboard Icons &amp; Logos">
            <a:extLst>
              <a:ext uri="{FF2B5EF4-FFF2-40B4-BE49-F238E27FC236}">
                <a16:creationId xmlns:a16="http://schemas.microsoft.com/office/drawing/2014/main" id="{13E28676-B138-0F27-0C96-17BBC05F21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3012" y="2855505"/>
            <a:ext cx="1797529" cy="10764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25</Words>
  <Application>Microsoft Macintosh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sabiha ashik</cp:lastModifiedBy>
  <cp:revision>5</cp:revision>
  <dcterms:created xsi:type="dcterms:W3CDTF">2026-08-17T16:25:20Z</dcterms:created>
  <dcterms:modified xsi:type="dcterms:W3CDTF">2026-08-17T17:52:57Z</dcterms:modified>
</cp:coreProperties>
</file>